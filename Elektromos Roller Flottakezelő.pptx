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7" r:id="rId5"/>
    <p:sldId id="268" r:id="rId6"/>
    <p:sldId id="261" r:id="rId7"/>
    <p:sldId id="262" r:id="rId8"/>
    <p:sldId id="263" r:id="rId9"/>
    <p:sldId id="275" r:id="rId10"/>
    <p:sldId id="272" r:id="rId11"/>
    <p:sldId id="274" r:id="rId12"/>
  </p:sldIdLst>
  <p:sldSz cx="12188825" cy="6858000"/>
  <p:notesSz cx="6858000" cy="9144000"/>
  <p:defaultTextStyle>
    <a:defPPr rtl="0">
      <a:defRPr lang="hu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>
      <p:cViewPr varScale="1">
        <p:scale>
          <a:sx n="107" d="100"/>
          <a:sy n="107" d="100"/>
        </p:scale>
        <p:origin x="666" y="9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200" dirty="0"/>
              <a:t>AI használat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Munka1!$B$1</c:f>
              <c:strCache>
                <c:ptCount val="1"/>
                <c:pt idx="0">
                  <c:v>AI használat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hu-HU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Munka1!$A$2:$A$5</c:f>
              <c:strCache>
                <c:ptCount val="2"/>
                <c:pt idx="0">
                  <c:v>Saját</c:v>
                </c:pt>
                <c:pt idx="1">
                  <c:v>AI</c:v>
                </c:pt>
              </c:strCache>
            </c:strRef>
          </c:cat>
          <c:val>
            <c:numRef>
              <c:f>Munka1!$B$2:$B$5</c:f>
              <c:numCache>
                <c:formatCode>General</c:formatCode>
                <c:ptCount val="4"/>
                <c:pt idx="0">
                  <c:v>55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F7-4611-9C5E-D7C67EE5E45D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egendEntry>
        <c:idx val="2"/>
        <c:delete val="1"/>
      </c:legendEntry>
      <c:legendEntry>
        <c:idx val="3"/>
        <c:delete val="1"/>
      </c:legendEntry>
      <c:layout>
        <c:manualLayout>
          <c:xMode val="edge"/>
          <c:yMode val="edge"/>
          <c:x val="0.82413528924482926"/>
          <c:y val="0.38109719931104236"/>
          <c:w val="0.16714372662530189"/>
          <c:h val="0.25057102700397643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 dirty="0"/>
              <a:t>2016. 08. 01.</a:t>
            </a:r>
            <a:endParaRPr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9429053-DC2A-4342-ADD4-2FD729D91E2C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 dirty="0"/>
              <a:t>2016. 08. 01.</a:t>
            </a:r>
            <a:endParaRPr dirty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dirty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Mintaszöveg szerkesztése</a:t>
            </a:r>
          </a:p>
          <a:p>
            <a:pPr lvl="1" rtl="0"/>
            <a:r>
              <a:t>Második szint</a:t>
            </a:r>
          </a:p>
          <a:p>
            <a:pPr lvl="2" rtl="0"/>
            <a:r>
              <a:t>Harmadik szint</a:t>
            </a:r>
          </a:p>
          <a:p>
            <a:pPr lvl="3" rtl="0"/>
            <a:r>
              <a:t>Negyedik szint</a:t>
            </a:r>
          </a:p>
          <a:p>
            <a:pPr lvl="4" rtl="0"/>
            <a:r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EBA5BD7-F043-4D1B-AA17-CD412FC534DE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átlók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Egyenes összekötő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Egyenes összekötő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Egyenes összekötő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alsó sorok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Szabadkézi sokszög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dirty="0"/>
            </a:p>
          </p:txBody>
        </p:sp>
        <p:sp>
          <p:nvSpPr>
            <p:cNvPr id="10" name="Szabadkézi sokszög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dirty="0"/>
            </a:p>
          </p:txBody>
        </p:sp>
        <p:sp>
          <p:nvSpPr>
            <p:cNvPr id="11" name="Szabadkézi sokszög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dirty="0"/>
            </a:p>
          </p:txBody>
        </p: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>
              <a:defRPr sz="5400"/>
            </a:lvl1pPr>
          </a:lstStyle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hu-HU"/>
              <a:t>Kattintson ide az alcím mintájának szerkesztéséhez</a:t>
            </a:r>
            <a:endParaRPr/>
          </a:p>
        </p:txBody>
      </p:sp>
      <p:sp>
        <p:nvSpPr>
          <p:cNvPr id="22" name="Dátum helye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2016. 08. 01.</a:t>
            </a:r>
            <a:endParaRPr dirty="0"/>
          </a:p>
        </p:txBody>
      </p:sp>
      <p:sp>
        <p:nvSpPr>
          <p:cNvPr id="23" name="Élőláb helye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24" name="Dia számának helye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2016. 08. 01.</a:t>
            </a:r>
            <a:endParaRPr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átlók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Egyenes összekötő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Egyenes összekötő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Egyenes összekötő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>
              <a:defRPr sz="5400" b="0" cap="none" baseline="0"/>
            </a:lvl1pPr>
          </a:lstStyle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2016. 08. 01.</a:t>
            </a:r>
            <a:endParaRPr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2016. 08. 01.</a:t>
            </a:r>
            <a:endParaRPr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2016. 08. 01.</a:t>
            </a:r>
            <a:endParaRPr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2016. 08. 01.</a:t>
            </a:r>
            <a:endParaRPr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2016. 08. 01.</a:t>
            </a:r>
            <a:endParaRPr dirty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2016. 08. 01.</a:t>
            </a:r>
            <a:endParaRPr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3" name="Kép helyőrzője 2" descr="Üres helyőrző kép hozzáadásához. Kattintson a helyőrzőre, és jelölje ki a hozzáadni kívánt képet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pPr rtl="0"/>
            <a:r>
              <a:rPr lang="hu-HU" dirty="0"/>
              <a:t>Kép beszúrásához kattintson az ikonra</a:t>
            </a:r>
            <a:endParaRPr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2016. 08. 01.</a:t>
            </a:r>
            <a:endParaRPr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2016. 08. 01.</a:t>
            </a:r>
            <a:endParaRPr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dirty="0"/>
              <a:t>2016. 08. 01.</a:t>
            </a:r>
            <a:endParaRPr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al oldali sorok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Szabadkézi sokszög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dirty="0"/>
            </a:p>
          </p:txBody>
        </p:sp>
        <p:sp>
          <p:nvSpPr>
            <p:cNvPr id="11" name="Szabadkézi sokszög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dirty="0"/>
            </a:p>
          </p:txBody>
        </p:sp>
        <p:sp>
          <p:nvSpPr>
            <p:cNvPr id="14" name="Szabadkézi sokszög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dirty="0"/>
            </a:p>
          </p:txBody>
        </p:sp>
      </p:grpSp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hu"/>
              <a:t>Mintacím szerkesztése</a:t>
            </a:r>
            <a:endParaRPr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 dirty="0"/>
              <a:t>2016. 08. 01.</a:t>
            </a:r>
            <a:endParaRPr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485900" y="1428749"/>
            <a:ext cx="6336704" cy="2000251"/>
          </a:xfrm>
        </p:spPr>
        <p:txBody>
          <a:bodyPr rtlCol="0"/>
          <a:lstStyle/>
          <a:p>
            <a:pPr rtl="0"/>
            <a:r>
              <a:rPr lang="hu" b="1" dirty="0"/>
              <a:t>Elektromos Roller Flottakezelő</a:t>
            </a:r>
          </a:p>
        </p:txBody>
      </p:sp>
      <p:sp>
        <p:nvSpPr>
          <p:cNvPr id="5" name="Alcím 4"/>
          <p:cNvSpPr>
            <a:spLocks noGrp="1"/>
          </p:cNvSpPr>
          <p:nvPr>
            <p:ph type="subTitle" idx="1"/>
          </p:nvPr>
        </p:nvSpPr>
        <p:spPr>
          <a:xfrm>
            <a:off x="1485900" y="3645024"/>
            <a:ext cx="8735325" cy="1752600"/>
          </a:xfrm>
        </p:spPr>
        <p:txBody>
          <a:bodyPr rtlCol="0"/>
          <a:lstStyle/>
          <a:p>
            <a:pPr rtl="0"/>
            <a:r>
              <a:rPr lang="hu" dirty="0"/>
              <a:t>Hetzman Lénárd Ágoston, </a:t>
            </a:r>
          </a:p>
          <a:p>
            <a:pPr rtl="0"/>
            <a:r>
              <a:rPr lang="hu" dirty="0"/>
              <a:t>Dobai Nikoletta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ím 12"/>
          <p:cNvSpPr>
            <a:spLocks noGrp="1"/>
          </p:cNvSpPr>
          <p:nvPr>
            <p:ph type="title"/>
          </p:nvPr>
        </p:nvSpPr>
        <p:spPr>
          <a:xfrm>
            <a:off x="1218882" y="0"/>
            <a:ext cx="10360501" cy="1223963"/>
          </a:xfrm>
        </p:spPr>
        <p:txBody>
          <a:bodyPr rtlCol="0">
            <a:normAutofit/>
          </a:bodyPr>
          <a:lstStyle/>
          <a:p>
            <a:pPr rtl="0"/>
            <a:r>
              <a:rPr lang="hu-HU" sz="4400" b="1" dirty="0"/>
              <a:t>Tartalom:</a:t>
            </a:r>
            <a:endParaRPr lang="en-US" sz="4400" b="1" dirty="0"/>
          </a:p>
        </p:txBody>
      </p:sp>
      <p:sp>
        <p:nvSpPr>
          <p:cNvPr id="14" name="Tartalom helye 13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hu" sz="3200" dirty="0"/>
              <a:t>Feladatok</a:t>
            </a:r>
          </a:p>
          <a:p>
            <a:pPr rtl="0"/>
            <a:r>
              <a:rPr lang="hu" sz="3200" dirty="0"/>
              <a:t>Tesztelés bemutatása</a:t>
            </a:r>
          </a:p>
          <a:p>
            <a:pPr rtl="0"/>
            <a:r>
              <a:rPr lang="hu" sz="3200" dirty="0"/>
              <a:t>Felhasznált eszközök</a:t>
            </a:r>
          </a:p>
          <a:p>
            <a:pPr rtl="0"/>
            <a:r>
              <a:rPr lang="hu" sz="3200" dirty="0"/>
              <a:t>AI használat</a:t>
            </a:r>
          </a:p>
          <a:p>
            <a:pPr rtl="0"/>
            <a:r>
              <a:rPr lang="hu" sz="3200" dirty="0"/>
              <a:t>Tapasztalatok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ím 6"/>
          <p:cNvSpPr>
            <a:spLocks noGrp="1"/>
          </p:cNvSpPr>
          <p:nvPr>
            <p:ph type="title"/>
          </p:nvPr>
        </p:nvSpPr>
        <p:spPr>
          <a:xfrm>
            <a:off x="1053852" y="-194495"/>
            <a:ext cx="10360501" cy="1223963"/>
          </a:xfrm>
        </p:spPr>
        <p:txBody>
          <a:bodyPr rtlCol="0">
            <a:normAutofit/>
          </a:bodyPr>
          <a:lstStyle/>
          <a:p>
            <a:pPr rtl="0"/>
            <a:r>
              <a:rPr lang="hu" sz="4400" b="1" dirty="0"/>
              <a:t>Feladatok:</a:t>
            </a:r>
          </a:p>
        </p:txBody>
      </p:sp>
      <p:sp>
        <p:nvSpPr>
          <p:cNvPr id="8" name="Szöveg helye 7"/>
          <p:cNvSpPr>
            <a:spLocks noGrp="1"/>
          </p:cNvSpPr>
          <p:nvPr>
            <p:ph type="body" idx="1"/>
          </p:nvPr>
        </p:nvSpPr>
        <p:spPr>
          <a:xfrm>
            <a:off x="1054260" y="1146875"/>
            <a:ext cx="5082740" cy="914400"/>
          </a:xfrm>
        </p:spPr>
        <p:txBody>
          <a:bodyPr rtlCol="0">
            <a:normAutofit/>
          </a:bodyPr>
          <a:lstStyle/>
          <a:p>
            <a:pPr rtl="0"/>
            <a:r>
              <a:rPr lang="hu-HU" sz="3600" b="1" dirty="0"/>
              <a:t>Lénárd</a:t>
            </a:r>
            <a:endParaRPr lang="en-US" sz="3600" b="1" dirty="0"/>
          </a:p>
        </p:txBody>
      </p:sp>
      <p:sp>
        <p:nvSpPr>
          <p:cNvPr id="10" name="Tartalom helye 9"/>
          <p:cNvSpPr>
            <a:spLocks noGrp="1"/>
          </p:cNvSpPr>
          <p:nvPr>
            <p:ph sz="half" idx="2"/>
          </p:nvPr>
        </p:nvSpPr>
        <p:spPr>
          <a:xfrm>
            <a:off x="793827" y="2281628"/>
            <a:ext cx="5887202" cy="3865563"/>
          </a:xfrm>
        </p:spPr>
        <p:txBody>
          <a:bodyPr rtlCol="0"/>
          <a:lstStyle/>
          <a:p>
            <a:pPr rtl="0"/>
            <a:r>
              <a:rPr lang="hu-HU" sz="3200" dirty="0"/>
              <a:t>Táblázat a html-ben, footer, statisztika, css</a:t>
            </a:r>
          </a:p>
          <a:p>
            <a:pPr rtl="0"/>
            <a:r>
              <a:rPr lang="hu-HU" sz="3200" dirty="0"/>
              <a:t>RollerKezeles.js</a:t>
            </a:r>
          </a:p>
          <a:p>
            <a:pPr rtl="0"/>
            <a:r>
              <a:rPr lang="hu-HU" sz="3200" dirty="0"/>
              <a:t> RollerKezelesTeszt.js</a:t>
            </a:r>
          </a:p>
          <a:p>
            <a:pPr rtl="0"/>
            <a:r>
              <a:rPr lang="hu-HU" sz="3200" dirty="0"/>
              <a:t>Scriptben törlés, 3 gomb (20% alatti töltöttség, Rollerek feltöltése, Rollerek javítása), statisztika kiíratása</a:t>
            </a:r>
            <a:endParaRPr lang="en-US" sz="3200" dirty="0"/>
          </a:p>
        </p:txBody>
      </p:sp>
      <p:sp>
        <p:nvSpPr>
          <p:cNvPr id="9" name="Szöveg helye 8"/>
          <p:cNvSpPr>
            <a:spLocks noGrp="1"/>
          </p:cNvSpPr>
          <p:nvPr>
            <p:ph type="body" sz="quarter" idx="3"/>
          </p:nvPr>
        </p:nvSpPr>
        <p:spPr>
          <a:xfrm>
            <a:off x="7100713" y="1073306"/>
            <a:ext cx="5082740" cy="914400"/>
          </a:xfrm>
        </p:spPr>
        <p:txBody>
          <a:bodyPr rtlCol="0">
            <a:normAutofit/>
          </a:bodyPr>
          <a:lstStyle/>
          <a:p>
            <a:pPr rtl="0"/>
            <a:r>
              <a:rPr lang="hu-HU" sz="3600" b="1" dirty="0"/>
              <a:t>niki</a:t>
            </a:r>
            <a:endParaRPr lang="en-US" sz="3600" b="1" dirty="0"/>
          </a:p>
        </p:txBody>
      </p:sp>
      <p:sp>
        <p:nvSpPr>
          <p:cNvPr id="11" name="Tartalom helye 10"/>
          <p:cNvSpPr>
            <a:spLocks noGrp="1"/>
          </p:cNvSpPr>
          <p:nvPr>
            <p:ph sz="quarter" idx="4"/>
          </p:nvPr>
        </p:nvSpPr>
        <p:spPr>
          <a:xfrm>
            <a:off x="6681029" y="2325466"/>
            <a:ext cx="5504689" cy="3865562"/>
          </a:xfrm>
        </p:spPr>
        <p:txBody>
          <a:bodyPr rtlCol="0"/>
          <a:lstStyle/>
          <a:p>
            <a:pPr rtl="0"/>
            <a:r>
              <a:rPr lang="hu-HU" sz="3200" dirty="0"/>
              <a:t>Navbar, térkép, hozzáadás formban, css</a:t>
            </a:r>
          </a:p>
          <a:p>
            <a:pPr rtl="0"/>
            <a:r>
              <a:rPr lang="hu-HU" sz="3200" dirty="0"/>
              <a:t>Rollerek.js </a:t>
            </a:r>
          </a:p>
          <a:p>
            <a:pPr rtl="0"/>
            <a:r>
              <a:rPr lang="hu-HU" sz="3200" dirty="0"/>
              <a:t>RollerTeszt.js</a:t>
            </a:r>
          </a:p>
          <a:p>
            <a:pPr rtl="0"/>
            <a:r>
              <a:rPr lang="hu-HU" sz="3200" dirty="0"/>
              <a:t>Scriptben regisztrálás, szerkesztés, térkép, progress bar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>
          <a:xfrm>
            <a:off x="1187370" y="-171400"/>
            <a:ext cx="10360501" cy="1223963"/>
          </a:xfrm>
        </p:spPr>
        <p:txBody>
          <a:bodyPr rtlCol="0">
            <a:normAutofit/>
          </a:bodyPr>
          <a:lstStyle/>
          <a:p>
            <a:pPr rtl="0"/>
            <a:r>
              <a:rPr lang="hu" sz="4400" b="1" dirty="0"/>
              <a:t>Tesztelés: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4FAEB1BE-9AF1-636D-1DA0-4B4B4A6E3D30}"/>
              </a:ext>
            </a:extLst>
          </p:cNvPr>
          <p:cNvSpPr txBox="1"/>
          <p:nvPr/>
        </p:nvSpPr>
        <p:spPr>
          <a:xfrm>
            <a:off x="1197868" y="1617916"/>
            <a:ext cx="9145016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hu-HU" sz="3200" dirty="0">
                <a:latin typeface="Arial" panose="020B0604020202020204" pitchFamily="34" charset="0"/>
                <a:cs typeface="Arial" panose="020B0604020202020204" pitchFamily="34" charset="0"/>
              </a:rPr>
              <a:t>Nagyrészt egész jól ment</a:t>
            </a:r>
          </a:p>
          <a:p>
            <a:pPr marL="457200" indent="-457200">
              <a:spcBef>
                <a:spcPts val="12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hu-HU" sz="3200" dirty="0">
                <a:latin typeface="Arial" panose="020B0604020202020204" pitchFamily="34" charset="0"/>
                <a:cs typeface="Arial" panose="020B0604020202020204" pitchFamily="34" charset="0"/>
              </a:rPr>
              <a:t>Az esetleges hibákat kijavítottuk a másik munkájában miután értesítettük őt</a:t>
            </a:r>
          </a:p>
          <a:p>
            <a:pPr marL="457200" indent="-457200">
              <a:spcBef>
                <a:spcPts val="12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hu-HU" sz="3200" b="1" dirty="0">
                <a:latin typeface="Arial" panose="020B0604020202020204" pitchFamily="34" charset="0"/>
                <a:cs typeface="Arial" panose="020B0604020202020204" pitchFamily="34" charset="0"/>
              </a:rPr>
              <a:t>Példa hibákra: </a:t>
            </a:r>
            <a:r>
              <a:rPr lang="hu-HU" sz="3200" dirty="0">
                <a:latin typeface="Arial" panose="020B0604020202020204" pitchFamily="34" charset="0"/>
                <a:cs typeface="Arial" panose="020B0604020202020204" pitchFamily="34" charset="0"/>
              </a:rPr>
              <a:t>elírás, figyelmetlenség, munka közben funkció változtatása, ezáltal mind a class, mind az egységteszt javításra szorult</a:t>
            </a:r>
          </a:p>
        </p:txBody>
      </p:sp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D4D89E6F-8390-2B34-70F8-4C400CA5E385}"/>
              </a:ext>
            </a:extLst>
          </p:cNvPr>
          <p:cNvSpPr txBox="1"/>
          <p:nvPr/>
        </p:nvSpPr>
        <p:spPr>
          <a:xfrm>
            <a:off x="1341884" y="548680"/>
            <a:ext cx="5616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400" b="1" dirty="0">
                <a:latin typeface="Arial" panose="020B0604020202020204" pitchFamily="34" charset="0"/>
                <a:cs typeface="Arial" panose="020B0604020202020204" pitchFamily="34" charset="0"/>
              </a:rPr>
              <a:t>Használt eszközök: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70720AB4-9232-AE3D-1D07-0213C21B31F5}"/>
              </a:ext>
            </a:extLst>
          </p:cNvPr>
          <p:cNvSpPr txBox="1"/>
          <p:nvPr/>
        </p:nvSpPr>
        <p:spPr>
          <a:xfrm>
            <a:off x="1341884" y="1772816"/>
            <a:ext cx="856895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hu-HU" sz="3200" dirty="0"/>
              <a:t>Github</a:t>
            </a:r>
          </a:p>
          <a:p>
            <a:pPr marL="457200" indent="-457200">
              <a:spcBef>
                <a:spcPts val="12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hu-HU" sz="3200" dirty="0"/>
              <a:t>Trello</a:t>
            </a:r>
          </a:p>
          <a:p>
            <a:pPr marL="457200" indent="-457200">
              <a:spcBef>
                <a:spcPts val="12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hu-HU" sz="3200" dirty="0"/>
              <a:t>Figma</a:t>
            </a:r>
          </a:p>
          <a:p>
            <a:pPr marL="457200" indent="-457200">
              <a:spcBef>
                <a:spcPts val="12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hu-HU" sz="3200" dirty="0"/>
              <a:t>w3schools</a:t>
            </a:r>
          </a:p>
          <a:p>
            <a:pPr marL="457200" indent="-457200">
              <a:spcBef>
                <a:spcPts val="12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hu-HU" sz="3200" dirty="0"/>
              <a:t>ChatGPT</a:t>
            </a:r>
          </a:p>
          <a:p>
            <a:pPr marL="457200" indent="-457200">
              <a:spcBef>
                <a:spcPts val="12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hu-HU" sz="3200" dirty="0"/>
              <a:t>Gemini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86C8962-9778-7129-12F6-D3880AFFD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0327" y="1256329"/>
            <a:ext cx="1221767" cy="1221767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8AF1B60-6A89-4EC2-5C0C-113354F30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8439" y="1256328"/>
            <a:ext cx="1221768" cy="1221768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14E6A43B-3DFA-2178-303B-DFFA0F31EE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427" y="2887071"/>
            <a:ext cx="1221769" cy="1221769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B22E6771-365C-27EF-BE7D-DC1947B9CB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843" y="2932791"/>
            <a:ext cx="1221769" cy="1221769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7FA95602-03A7-C56E-C52B-89BE104B7F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992" y="2918842"/>
            <a:ext cx="1221769" cy="1221769"/>
          </a:xfrm>
          <a:prstGeom prst="rect">
            <a:avLst/>
          </a:prstGeom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F527208D-A05D-BFEF-BC14-A0D45DE4D9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58" t="34540" r="18496" b="36089"/>
          <a:stretch>
            <a:fillRect/>
          </a:stretch>
        </p:blipFill>
        <p:spPr>
          <a:xfrm>
            <a:off x="7462564" y="4595306"/>
            <a:ext cx="2952328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37987-854E-4FBB-131F-56216DFB6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EE51690-65C6-F2C5-C0CD-1C39F2B915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9065809"/>
              </p:ext>
            </p:extLst>
          </p:nvPr>
        </p:nvGraphicFramePr>
        <p:xfrm>
          <a:off x="1845940" y="476672"/>
          <a:ext cx="8737546" cy="58250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748250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21744-C0E8-1470-0C02-67AE7D08A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C53041FA-2D6F-39E7-B688-D591C459FF44}"/>
              </a:ext>
            </a:extLst>
          </p:cNvPr>
          <p:cNvSpPr txBox="1"/>
          <p:nvPr/>
        </p:nvSpPr>
        <p:spPr>
          <a:xfrm>
            <a:off x="1197868" y="548680"/>
            <a:ext cx="4248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b="1" dirty="0">
                <a:latin typeface="Arial" panose="020B0604020202020204" pitchFamily="34" charset="0"/>
                <a:cs typeface="Arial" panose="020B0604020202020204" pitchFamily="34" charset="0"/>
              </a:rPr>
              <a:t>Tapasztalatok: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732044AF-9082-918C-43B3-BD6F0C6CEB47}"/>
              </a:ext>
            </a:extLst>
          </p:cNvPr>
          <p:cNvSpPr txBox="1"/>
          <p:nvPr/>
        </p:nvSpPr>
        <p:spPr>
          <a:xfrm>
            <a:off x="1413892" y="1844824"/>
            <a:ext cx="7128792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hu-HU" sz="2800" dirty="0"/>
              <a:t>Dolgoztunk már korábban együtt</a:t>
            </a:r>
          </a:p>
          <a:p>
            <a:pPr marL="457200" indent="-457200">
              <a:spcBef>
                <a:spcPts val="12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hu-HU" sz="2800" dirty="0"/>
              <a:t>Az együttműködés jól ment</a:t>
            </a:r>
          </a:p>
          <a:p>
            <a:pPr marL="457200" indent="-457200">
              <a:spcBef>
                <a:spcPts val="12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hu-HU" sz="2800" dirty="0"/>
              <a:t>A kiosztott részt mindenki megcsinálta</a:t>
            </a:r>
          </a:p>
          <a:p>
            <a:pPr marL="457200" indent="-457200">
              <a:spcBef>
                <a:spcPts val="12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hu-HU" sz="2800" dirty="0"/>
              <a:t>Ha a másik elakadt, ötleteket adtunk neki</a:t>
            </a:r>
          </a:p>
          <a:p>
            <a:pPr marL="457200" indent="-457200">
              <a:spcBef>
                <a:spcPts val="12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hu-HU" sz="2800" dirty="0"/>
              <a:t>Az esetleges hibákat kijavítottuk a másiknál</a:t>
            </a:r>
          </a:p>
          <a:p>
            <a:pPr marL="457200" indent="-457200">
              <a:spcBef>
                <a:spcPts val="12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endParaRPr lang="hu-HU" sz="2800" dirty="0"/>
          </a:p>
        </p:txBody>
      </p:sp>
    </p:spTree>
    <p:extLst>
      <p:ext uri="{BB962C8B-B14F-4D97-AF65-F5344CB8AC3E}">
        <p14:creationId xmlns:p14="http://schemas.microsoft.com/office/powerpoint/2010/main" val="664922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0DB2E-729D-E842-0785-A2DDC2166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BE438F1-EECE-C861-4885-F288203FB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5980" y="1916832"/>
            <a:ext cx="8735325" cy="2000251"/>
          </a:xfrm>
        </p:spPr>
        <p:txBody>
          <a:bodyPr rtlCol="0"/>
          <a:lstStyle/>
          <a:p>
            <a:pPr rtl="0"/>
            <a:r>
              <a:rPr lang="hu" b="1" dirty="0"/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247730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nológia (16x9)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-téma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éma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Hármas áramkört ábrázoló bemutató (szélesvásznú)</Template>
  <TotalTime>62</TotalTime>
  <Words>163</Words>
  <Application>Microsoft Office PowerPoint</Application>
  <PresentationFormat>Egyéni</PresentationFormat>
  <Paragraphs>39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1" baseType="lpstr">
      <vt:lpstr>Arial</vt:lpstr>
      <vt:lpstr>Calibri</vt:lpstr>
      <vt:lpstr>Technológia (16x9)</vt:lpstr>
      <vt:lpstr>Elektromos Roller Flottakezelő</vt:lpstr>
      <vt:lpstr>Tartalom:</vt:lpstr>
      <vt:lpstr>Feladatok:</vt:lpstr>
      <vt:lpstr>Tesztelés:</vt:lpstr>
      <vt:lpstr>PowerPoint-bemutató</vt:lpstr>
      <vt:lpstr>PowerPoint-bemutató</vt:lpstr>
      <vt:lpstr>PowerPoint-bemutató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Nikoletta Dobai</dc:creator>
  <cp:lastModifiedBy>Nikoletta Dobai</cp:lastModifiedBy>
  <cp:revision>1</cp:revision>
  <dcterms:created xsi:type="dcterms:W3CDTF">2026-10-18T08:50:48Z</dcterms:created>
  <dcterms:modified xsi:type="dcterms:W3CDTF">2026-10-18T09:53:06Z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